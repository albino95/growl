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59669"/>
                </a:solidFill>
              </a:defRPr>
            </a:pPr>
            <a:r>
              <a:t>Growl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7534E"/>
                </a:solidFill>
              </a:defRPr>
            </a:pPr>
            <a:r>
              <a:t>Social growth, marketplace, and business tools — one mobile platform.</a:t>
            </a:r>
          </a:p>
          <a:p>
            <a:r>
              <a:t>Investor overview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Consumers want habit and skill growth with community accountability — not only passive content.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Creators and local businesses need lightweight commerce, not another full e-commerce build.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A unified feed + marketplace + business dashboard reduces fragmentation and increases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What Growl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Mobile-first social feed for progress posts, reactions, and discovery by category.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Stories and short-form surfaces for engagement (Reels-style experience on the roadmap).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Marketplace for products with orders and line items tied to business accounts.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Business dashboard: KPIs, inventory, order status — API-backed and shipping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Product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Backend: Cloudflare Workers + D1 + KV; REST API at /api/v1 with automated tests.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Auth: email/password and SSO hooks; role-aware flows for business and instructors.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Frontend: React Native (Expo SDK 54), Redux Toolkit for global state, polished feed and marketing UX.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Health, feed, marketplace, and business routes verified against production-like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Serverless edge APIs reduce cost to serve and speed iteration for early-stage teams.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Cross-platform (iOS / Android / web-capable stack) maximizes addressable audience.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Community + commerce convergence is where modern consumer apps capture LTV.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Business model (directional)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Take rate on marketplace transactions and sponsored placements in feed/marketing surfaces.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Subscriptions for business analytics, campaigns, and instructor tools as APIs mature.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Partnerships with instructors and brands for curated programs — aligned with user goals.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Traction &amp; milestones (template)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Replace with your real metrics: MAU/WAU, retention D7/D30, GMV, active businesses.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Near-term: campaign APIs, R2-backed media uploads, analytics depth.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Medium-term: payments integration, moderation tooling, and geographic expansion.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Vs. generic social: growth-oriented categories, CO2-aware framing, and commerce tie-in.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Vs. marketplaces only: community loop that brings repeat visits and organic demand.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Moat over time: graph of progress + instructor trust + business relationships on-platform.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Team &amp;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Highlight founders’ domain expertise in mobile, growth, or retail (edit this slide).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Ship cadence: tested API layer + iterative client releases documented in-repo.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Security posture: JWT sessions, secure storage on device, environment-based configuration.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Use of funds: product/engineering, initial growth experiments, compliance, and GTM.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Milestones tied to funding: hire key roles, harden marketplace payments, scale infra.</a:t>
            </a:r>
          </a:p>
          <a:p>
            <a:pPr>
              <a:spcAft>
                <a:spcPts val="1000"/>
              </a:spcAft>
              <a:defRPr sz="1700">
                <a:solidFill>
                  <a:srgbClr val="292524"/>
                </a:solidFill>
              </a:defRPr>
            </a:pPr>
            <a:r>
              <a:t>Contact: add your email, deck link, and data room reference on this slide before sending.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5966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7534E"/>
                </a:solidFill>
              </a:defRPr>
            </a:pPr>
            <a:r>
              <a:t>Growl — grow with your community.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